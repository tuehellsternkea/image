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96" d="100"/>
          <a:sy n="96" d="100"/>
        </p:scale>
        <p:origin x="69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12/22/2020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8CAAD-E85C-44F7-80EE-C95FFEA946E9}" type="datetime1">
              <a:rPr lang="en-US" smtClean="0"/>
              <a:t>12/22/2020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Tue Hellstern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F6A1D-BD08-48CF-9985-D9CEAFA2CAE5}" type="datetime1">
              <a:rPr lang="en-US" smtClean="0"/>
              <a:t>12/22/2020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Tue Hellstern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95651-052E-4354-8D6A-C0A76C38383B}" type="datetime1">
              <a:rPr lang="en-US" smtClean="0"/>
              <a:t>12/22/2020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Tue Hellstern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6BF7D-C5DA-476E-A399-D737FE826FCF}" type="datetime1">
              <a:rPr lang="en-US" smtClean="0"/>
              <a:t>12/22/2020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Tue Hellstern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522C9-0B50-4BC4-91EF-5142E3271A85}" type="datetime1">
              <a:rPr lang="en-US" smtClean="0"/>
              <a:t>12/22/2020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Tue Hellstern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EAD3C-B380-4DDD-9CA7-A73894A43AE5}" type="datetime1">
              <a:rPr lang="en-US" smtClean="0"/>
              <a:t>12/22/2020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Tue Hellstern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D694F-24E7-4036-9267-ADAEAEA7EE81}" type="datetime1">
              <a:rPr lang="en-US" smtClean="0"/>
              <a:t>12/22/2020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Tue Hellstern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990EC-2F66-4697-B4E0-D44F98BEA631}" type="datetime1">
              <a:rPr lang="en-US" smtClean="0"/>
              <a:t>12/22/2020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Tue Hellstern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A4A6D-2A4B-4E6B-BF17-6246FBAB1FB6}" type="datetime1">
              <a:rPr lang="en-US" smtClean="0"/>
              <a:t>12/22/2020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Tue Hellstern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A67BC-CD4B-4CAD-8F1E-386F0891B9C1}" type="datetime1">
              <a:rPr lang="en-US" smtClean="0"/>
              <a:t>12/22/2020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Tue Hellstern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1D87C-E6AD-4F52-9C50-CEBCD430555F}" type="datetime1">
              <a:rPr lang="en-US" smtClean="0"/>
              <a:t>12/22/2020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Tue Hellstern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7A73DE-DA19-4026-B5D1-113049BD0EEA}" type="datetime1">
              <a:rPr lang="en-US" smtClean="0"/>
              <a:t>12/22/2020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Tue Hellstern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F5864827-6995-49E9-93EE-F78BE432A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Tue Hellstern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F490C6C1-C7DD-4823-9B06-2DF41CE77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Tue Hellstern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 explanatory text</a:t>
            </a:r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A8CF3063-9A70-40FB-98A1-A86A4900D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Tue Hellstern</a:t>
            </a:r>
          </a:p>
        </p:txBody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  <p:sp>
        <p:nvSpPr>
          <p:cNvPr id="2" name="Pladsholder til sidefod 1">
            <a:extLst>
              <a:ext uri="{FF2B5EF4-FFF2-40B4-BE49-F238E27FC236}">
                <a16:creationId xmlns:a16="http://schemas.microsoft.com/office/drawing/2014/main" id="{8D3A6AAF-B932-4799-8DBC-4F4DD6CAA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Tue Hellstern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</Words>
  <Application>Microsoft Office PowerPoint</Application>
  <PresentationFormat>Skærmshow (4:3)</PresentationFormat>
  <Paragraphs>19</Paragraphs>
  <Slides>4</Slides>
  <Notes>2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2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Tue Hellstern</cp:lastModifiedBy>
  <cp:revision>6</cp:revision>
  <dcterms:created xsi:type="dcterms:W3CDTF">2017-06-05T14:10:58Z</dcterms:created>
  <dcterms:modified xsi:type="dcterms:W3CDTF">2020-12-22T21:05:31Z</dcterms:modified>
</cp:coreProperties>
</file>